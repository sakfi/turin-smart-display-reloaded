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E900"/>
    <a:srgbClr val="0167B2"/>
    <a:srgbClr val="4163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71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114" y="9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2726F2-210F-59E2-AC72-A91647CB4C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8D0F7BD-8773-A0BE-B920-7BD1E6F351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B277766-4563-CE84-B862-5E80DA9D3F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E67FD-CDC7-4BE2-9F58-4767C52D5AAE}" type="datetimeFigureOut">
              <a:rPr lang="es-MX" smtClean="0"/>
              <a:t>26/08/2026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B335624-4ECD-9F9B-5A81-9D722BE790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A302958-B2BE-57AD-BB99-DCCBFA42C9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36E5C-96E3-4906-83A3-544EFC84FA6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364867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259DEF-0D3A-8CAC-C004-EC0F576A91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D992E7F-4141-D7CE-E246-476FF0D8A9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6EF8CD7-2DCD-2A54-F3D6-D44F9168DE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E67FD-CDC7-4BE2-9F58-4767C52D5AAE}" type="datetimeFigureOut">
              <a:rPr lang="es-MX" smtClean="0"/>
              <a:t>26/08/2026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6547EF0-E535-3ED5-7FFC-E04902830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073B7E2-1008-0C4A-720F-C80357442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36E5C-96E3-4906-83A3-544EFC84FA6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168492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604102-E748-375E-03BF-DEB28896F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3D4ADFF-0E19-7742-4D4E-9938A2BC71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36F56AF-1A3D-5D17-155C-73978ADDD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E67FD-CDC7-4BE2-9F58-4767C52D5AAE}" type="datetimeFigureOut">
              <a:rPr lang="es-MX" smtClean="0"/>
              <a:t>26/08/2026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16CEA67-2738-6CC0-CB3A-627872998A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41B0CDC-CF08-95CC-F616-F0D557BFA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36E5C-96E3-4906-83A3-544EFC84FA6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747442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B5B59F-C7CF-7395-6059-91468A117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DBA512F-279A-B88C-CFF2-71D794016C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DF2EAD9-341C-E7A5-F235-63C8104781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19F941A-E289-5BEF-F713-239AFA149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E67FD-CDC7-4BE2-9F58-4767C52D5AAE}" type="datetimeFigureOut">
              <a:rPr lang="es-MX" smtClean="0"/>
              <a:t>26/08/2026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B1031BC-5AD9-A63B-1211-ED51D23862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0D27F88-7C4B-3583-5091-49D6BBA32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36E5C-96E3-4906-83A3-544EFC84FA6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845878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E3BF5C-9BA1-D28F-4FE0-534985315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4CCB671-2A41-3080-08DD-A916E514E8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603D01E-937C-2B12-3821-2626D5604E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49CAC217-F3EC-0660-09E8-73C9173E06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4295B082-AED9-436B-4295-6B7DBB7B8F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0B1234A9-6CC7-2BE7-EEBA-4B87E6B481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E67FD-CDC7-4BE2-9F58-4767C52D5AAE}" type="datetimeFigureOut">
              <a:rPr lang="es-MX" smtClean="0"/>
              <a:t>26/08/2026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3A17DA3E-29C5-C42C-5B4C-F9B70AE846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3E1B9A40-F419-9E8D-5967-CD3E808665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36E5C-96E3-4906-83A3-544EFC84FA6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378149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DB9AE3-863C-3D25-8E2D-6B5CB91C1C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7E97935F-9B5D-FBB4-1B4F-0EA57FD177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E67FD-CDC7-4BE2-9F58-4767C52D5AAE}" type="datetimeFigureOut">
              <a:rPr lang="es-MX" smtClean="0"/>
              <a:t>26/08/2026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4C1DD9E5-788B-E84A-BF8D-178050A447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663C8F3-787C-8658-A962-23C790A3D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36E5C-96E3-4906-83A3-544EFC84FA6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166427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0ACC9782-2AB8-1A01-DBF2-AFCF523315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E67FD-CDC7-4BE2-9F58-4767C52D5AAE}" type="datetimeFigureOut">
              <a:rPr lang="es-MX" smtClean="0"/>
              <a:t>26/08/2026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53271F5-C53A-2754-C368-C199226596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125C29A-51D3-55AD-5790-07AE4B312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36E5C-96E3-4906-83A3-544EFC84FA6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734470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191BBA-960A-73F3-BA88-9F622DB0FD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69A2AF5-1BE8-B2D6-CCE6-5F4AAC84D2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2663BCE-61F6-2B13-86BE-15B1BD32EC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C91D173-A348-61A3-77F9-8B47D609F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E67FD-CDC7-4BE2-9F58-4767C52D5AAE}" type="datetimeFigureOut">
              <a:rPr lang="es-MX" smtClean="0"/>
              <a:t>26/08/2026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71C557E-94F2-E224-9A26-2AA558316A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8F230CC-5885-A289-8CAC-66D2F10AD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36E5C-96E3-4906-83A3-544EFC84FA6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104385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71AF5D-D38A-4F03-D96F-8DC9A27EC8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80858E14-DE1E-4989-5ECC-1E6329F9D1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D3ABD16-450F-4E41-0E28-F0A92DA888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08F3A59-F696-12DB-BFE7-C84D0D7DB6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E67FD-CDC7-4BE2-9F58-4767C52D5AAE}" type="datetimeFigureOut">
              <a:rPr lang="es-MX" smtClean="0"/>
              <a:t>26/08/2026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5B19EB9-D8E4-E711-582E-5FDF14CC9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7153B67-62BF-2022-E99F-E4AB91DB53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36E5C-96E3-4906-83A3-544EFC84FA6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621818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84E706-998E-49F4-8B88-DB8ACECCDD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B709E15-1A8A-39C4-F0D8-E96D0C6DCA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40AE603-7F10-1D36-8DD3-F2968CB203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E67FD-CDC7-4BE2-9F58-4767C52D5AAE}" type="datetimeFigureOut">
              <a:rPr lang="es-MX" smtClean="0"/>
              <a:t>26/08/2026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17F2829-6FEF-89EA-E04A-710E34D9A1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0A0024F-4DD5-30FB-00AF-C9C3B3B81B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36E5C-96E3-4906-83A3-544EFC84FA6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672497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5C60C4B-CD14-9E20-8548-07FB7D0F0D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6A57BBE-AAA7-C401-4937-45F84F54C9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5A9E295-FBA7-DA50-0D43-30A600573D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E67FD-CDC7-4BE2-9F58-4767C52D5AAE}" type="datetimeFigureOut">
              <a:rPr lang="es-MX" smtClean="0"/>
              <a:t>26/08/2026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31E9629-84FA-EA70-F716-EEA5AF0634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6D1E6BF-2C58-7CC7-B6D1-ECC3A3F8E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36E5C-96E3-4906-83A3-544EFC84FA6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120033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7E31E60F-F7DC-A420-395D-CE4908E1D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BA21D7C-804C-EE12-DAF3-738843F64A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8BBE0CD-E2F5-66C2-2DC5-D71BFA2A37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CE67FD-CDC7-4BE2-9F58-4767C52D5AAE}" type="datetimeFigureOut">
              <a:rPr lang="es-MX" smtClean="0"/>
              <a:t>26/08/2026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4915A68-6442-F8C9-104D-E181C67B97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286745A-A4FE-14FC-1D89-CE60B93241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636E5C-96E3-4906-83A3-544EFC84FA6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14601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67B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magen buscada visualmente">
            <a:extLst>
              <a:ext uri="{FF2B5EF4-FFF2-40B4-BE49-F238E27FC236}">
                <a16:creationId xmlns:a16="http://schemas.microsoft.com/office/drawing/2014/main" id="{A97B1404-5E7B-D6C9-8853-4EEF421B67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2582" y="2660824"/>
            <a:ext cx="2306835" cy="1536352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82DA198B-4F6E-BADA-6CE2-9B8D2760C4C6}"/>
              </a:ext>
            </a:extLst>
          </p:cNvPr>
          <p:cNvSpPr/>
          <p:nvPr/>
        </p:nvSpPr>
        <p:spPr>
          <a:xfrm>
            <a:off x="342898" y="5569780"/>
            <a:ext cx="4707084" cy="768928"/>
          </a:xfrm>
          <a:prstGeom prst="rect">
            <a:avLst/>
          </a:prstGeom>
          <a:ln>
            <a:solidFill>
              <a:srgbClr val="FFE9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s-MX" dirty="0">
              <a:latin typeface="Zx Gamut Medium" pitchFamily="50" charset="0"/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20BFF7F3-910D-3E5A-9E16-A07B666F3326}"/>
              </a:ext>
            </a:extLst>
          </p:cNvPr>
          <p:cNvSpPr/>
          <p:nvPr/>
        </p:nvSpPr>
        <p:spPr>
          <a:xfrm>
            <a:off x="342898" y="4268199"/>
            <a:ext cx="4707084" cy="768928"/>
          </a:xfrm>
          <a:prstGeom prst="rect">
            <a:avLst/>
          </a:prstGeom>
          <a:ln>
            <a:solidFill>
              <a:srgbClr val="FFE9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s-MX" dirty="0">
              <a:latin typeface="Zx Gamut Medium" pitchFamily="50" charset="0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66061D21-646C-4421-AD78-3678605DD2CB}"/>
              </a:ext>
            </a:extLst>
          </p:cNvPr>
          <p:cNvSpPr/>
          <p:nvPr/>
        </p:nvSpPr>
        <p:spPr>
          <a:xfrm>
            <a:off x="342898" y="2966618"/>
            <a:ext cx="4707084" cy="768928"/>
          </a:xfrm>
          <a:prstGeom prst="rect">
            <a:avLst/>
          </a:prstGeom>
          <a:ln>
            <a:solidFill>
              <a:srgbClr val="FFE9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s-MX" dirty="0">
              <a:latin typeface="Zx Gamut Medium" pitchFamily="50" charset="0"/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023CAD5C-3A84-89E8-B92B-9E8B9008ED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419" y="3051682"/>
            <a:ext cx="598799" cy="598799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5D1EC305-34A7-7758-F01E-831CBC4CE1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418" y="4342978"/>
            <a:ext cx="598799" cy="619369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C32D4E8E-A8A8-D7B1-9903-EE0D8675BCA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471"/>
          <a:stretch>
            <a:fillRect/>
          </a:stretch>
        </p:blipFill>
        <p:spPr>
          <a:xfrm>
            <a:off x="429418" y="5650375"/>
            <a:ext cx="598799" cy="607737"/>
          </a:xfrm>
          <a:prstGeom prst="rect">
            <a:avLst/>
          </a:prstGeom>
        </p:spPr>
      </p:pic>
      <p:sp>
        <p:nvSpPr>
          <p:cNvPr id="17" name="Triángulo isósceles 16">
            <a:extLst>
              <a:ext uri="{FF2B5EF4-FFF2-40B4-BE49-F238E27FC236}">
                <a16:creationId xmlns:a16="http://schemas.microsoft.com/office/drawing/2014/main" id="{7229BFA2-EE87-77F8-B175-DABA3B6A209D}"/>
              </a:ext>
            </a:extLst>
          </p:cNvPr>
          <p:cNvSpPr/>
          <p:nvPr/>
        </p:nvSpPr>
        <p:spPr>
          <a:xfrm rot="2249397">
            <a:off x="4329969" y="5541211"/>
            <a:ext cx="866216" cy="422823"/>
          </a:xfrm>
          <a:prstGeom prst="triangle">
            <a:avLst>
              <a:gd name="adj" fmla="val 64251"/>
            </a:avLst>
          </a:prstGeom>
          <a:solidFill>
            <a:srgbClr val="FFE900"/>
          </a:solidFill>
          <a:ln>
            <a:solidFill>
              <a:srgbClr val="FFE9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19" name="Triángulo isósceles 18">
            <a:extLst>
              <a:ext uri="{FF2B5EF4-FFF2-40B4-BE49-F238E27FC236}">
                <a16:creationId xmlns:a16="http://schemas.microsoft.com/office/drawing/2014/main" id="{68578261-AFAB-0CAD-FD8B-593F3BCE0F0C}"/>
              </a:ext>
            </a:extLst>
          </p:cNvPr>
          <p:cNvSpPr/>
          <p:nvPr/>
        </p:nvSpPr>
        <p:spPr>
          <a:xfrm rot="2249397">
            <a:off x="4329969" y="4229350"/>
            <a:ext cx="866216" cy="422823"/>
          </a:xfrm>
          <a:prstGeom prst="triangle">
            <a:avLst>
              <a:gd name="adj" fmla="val 64251"/>
            </a:avLst>
          </a:prstGeom>
          <a:solidFill>
            <a:srgbClr val="FFE900"/>
          </a:solidFill>
          <a:ln>
            <a:solidFill>
              <a:srgbClr val="FFE9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21" name="Triángulo isósceles 20">
            <a:extLst>
              <a:ext uri="{FF2B5EF4-FFF2-40B4-BE49-F238E27FC236}">
                <a16:creationId xmlns:a16="http://schemas.microsoft.com/office/drawing/2014/main" id="{35AF3B78-F56F-E052-2C89-403B54328291}"/>
              </a:ext>
            </a:extLst>
          </p:cNvPr>
          <p:cNvSpPr/>
          <p:nvPr/>
        </p:nvSpPr>
        <p:spPr>
          <a:xfrm rot="2249397">
            <a:off x="4329968" y="2933352"/>
            <a:ext cx="866216" cy="422823"/>
          </a:xfrm>
          <a:prstGeom prst="triangle">
            <a:avLst>
              <a:gd name="adj" fmla="val 64251"/>
            </a:avLst>
          </a:prstGeom>
          <a:solidFill>
            <a:srgbClr val="FFE900"/>
          </a:solidFill>
          <a:ln>
            <a:solidFill>
              <a:srgbClr val="FFE9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C13159FF-EA82-2ABE-37CF-C4A9076566B8}"/>
              </a:ext>
            </a:extLst>
          </p:cNvPr>
          <p:cNvSpPr txBox="1"/>
          <p:nvPr/>
        </p:nvSpPr>
        <p:spPr>
          <a:xfrm>
            <a:off x="3941137" y="5780070"/>
            <a:ext cx="6607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  <a:latin typeface="Zx Gamut Medium" pitchFamily="50" charset="0"/>
              </a:rPr>
              <a:t>GPU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7024E6CF-8F89-3BA1-3874-5E5F65126E9F}"/>
              </a:ext>
            </a:extLst>
          </p:cNvPr>
          <p:cNvSpPr txBox="1"/>
          <p:nvPr/>
        </p:nvSpPr>
        <p:spPr>
          <a:xfrm>
            <a:off x="3941137" y="4497111"/>
            <a:ext cx="6992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  <a:latin typeface="Zx Gamut Medium" pitchFamily="50" charset="0"/>
              </a:rPr>
              <a:t>RAM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E78455F1-FB58-563F-088F-268A7B1D0E87}"/>
              </a:ext>
            </a:extLst>
          </p:cNvPr>
          <p:cNvSpPr txBox="1"/>
          <p:nvPr/>
        </p:nvSpPr>
        <p:spPr>
          <a:xfrm>
            <a:off x="3941137" y="3165670"/>
            <a:ext cx="7184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  <a:latin typeface="Zx Gamut Medium" pitchFamily="50" charset="0"/>
              </a:rPr>
              <a:t>DISK</a:t>
            </a: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772E30D7-2D37-7DE4-CFD8-418663643D92}"/>
              </a:ext>
            </a:extLst>
          </p:cNvPr>
          <p:cNvSpPr/>
          <p:nvPr/>
        </p:nvSpPr>
        <p:spPr>
          <a:xfrm>
            <a:off x="511045" y="2079585"/>
            <a:ext cx="4370790" cy="504440"/>
          </a:xfrm>
          <a:prstGeom prst="rect">
            <a:avLst/>
          </a:prstGeom>
          <a:pattFill prst="wdUpDiag">
            <a:fgClr>
              <a:schemeClr val="bg2">
                <a:lumMod val="25000"/>
              </a:schemeClr>
            </a:fgClr>
            <a:bgClr>
              <a:srgbClr val="0167B2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b="1" dirty="0">
                <a:latin typeface="Zx Gamut Medium" pitchFamily="50" charset="0"/>
              </a:rPr>
              <a:t>S H I P   C A P A C I T Y:</a:t>
            </a:r>
          </a:p>
        </p:txBody>
      </p:sp>
      <p:pic>
        <p:nvPicPr>
          <p:cNvPr id="29" name="Imagen 28">
            <a:extLst>
              <a:ext uri="{FF2B5EF4-FFF2-40B4-BE49-F238E27FC236}">
                <a16:creationId xmlns:a16="http://schemas.microsoft.com/office/drawing/2014/main" id="{AD6AABFF-0E98-AD5E-7BC1-809511C4F26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17654" y="5665336"/>
            <a:ext cx="598799" cy="598799"/>
          </a:xfrm>
          <a:prstGeom prst="rect">
            <a:avLst/>
          </a:prstGeom>
        </p:spPr>
      </p:pic>
      <p:sp>
        <p:nvSpPr>
          <p:cNvPr id="30" name="CuadroTexto 29">
            <a:extLst>
              <a:ext uri="{FF2B5EF4-FFF2-40B4-BE49-F238E27FC236}">
                <a16:creationId xmlns:a16="http://schemas.microsoft.com/office/drawing/2014/main" id="{379F9F83-2573-5D86-512E-3DF6E0B82DF6}"/>
              </a:ext>
            </a:extLst>
          </p:cNvPr>
          <p:cNvSpPr txBox="1"/>
          <p:nvPr/>
        </p:nvSpPr>
        <p:spPr>
          <a:xfrm>
            <a:off x="4601895" y="88205"/>
            <a:ext cx="29851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2800" dirty="0">
                <a:solidFill>
                  <a:schemeClr val="bg2">
                    <a:lumMod val="90000"/>
                  </a:schemeClr>
                </a:solidFill>
                <a:latin typeface="Zx Gamut Medium" pitchFamily="50" charset="0"/>
              </a:rPr>
              <a:t>GALACTIC WAR</a:t>
            </a:r>
          </a:p>
        </p:txBody>
      </p:sp>
      <p:grpSp>
        <p:nvGrpSpPr>
          <p:cNvPr id="43" name="Grupo 42">
            <a:extLst>
              <a:ext uri="{FF2B5EF4-FFF2-40B4-BE49-F238E27FC236}">
                <a16:creationId xmlns:a16="http://schemas.microsoft.com/office/drawing/2014/main" id="{DB5B6AB2-6577-758F-885D-156A86DA1470}"/>
              </a:ext>
            </a:extLst>
          </p:cNvPr>
          <p:cNvGrpSpPr/>
          <p:nvPr/>
        </p:nvGrpSpPr>
        <p:grpSpPr>
          <a:xfrm>
            <a:off x="7585752" y="196710"/>
            <a:ext cx="1616696" cy="339635"/>
            <a:chOff x="7585752" y="196710"/>
            <a:chExt cx="1616696" cy="339635"/>
          </a:xfrm>
        </p:grpSpPr>
        <p:sp>
          <p:nvSpPr>
            <p:cNvPr id="31" name="Paralelogramo 30">
              <a:extLst>
                <a:ext uri="{FF2B5EF4-FFF2-40B4-BE49-F238E27FC236}">
                  <a16:creationId xmlns:a16="http://schemas.microsoft.com/office/drawing/2014/main" id="{D7EAD04F-00BE-E8A7-BC14-FC61BFAA0060}"/>
                </a:ext>
              </a:extLst>
            </p:cNvPr>
            <p:cNvSpPr/>
            <p:nvPr/>
          </p:nvSpPr>
          <p:spPr>
            <a:xfrm>
              <a:off x="7587008" y="196710"/>
              <a:ext cx="1615440" cy="122625"/>
            </a:xfrm>
            <a:prstGeom prst="parallelogram">
              <a:avLst/>
            </a:prstGeom>
            <a:solidFill>
              <a:schemeClr val="bg2">
                <a:lumMod val="90000"/>
                <a:alpha val="47000"/>
              </a:schemeClr>
            </a:solidFill>
            <a:ln>
              <a:solidFill>
                <a:schemeClr val="bg2">
                  <a:lumMod val="90000"/>
                  <a:alpha val="47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3" name="Paralelogramo 32">
              <a:extLst>
                <a:ext uri="{FF2B5EF4-FFF2-40B4-BE49-F238E27FC236}">
                  <a16:creationId xmlns:a16="http://schemas.microsoft.com/office/drawing/2014/main" id="{FF6F9F73-AC96-BC30-31FF-0329E26F16D6}"/>
                </a:ext>
              </a:extLst>
            </p:cNvPr>
            <p:cNvSpPr/>
            <p:nvPr/>
          </p:nvSpPr>
          <p:spPr>
            <a:xfrm>
              <a:off x="7587008" y="381767"/>
              <a:ext cx="1496032" cy="46073"/>
            </a:xfrm>
            <a:prstGeom prst="parallelogram">
              <a:avLst/>
            </a:prstGeom>
            <a:solidFill>
              <a:schemeClr val="bg2">
                <a:lumMod val="90000"/>
                <a:alpha val="47000"/>
              </a:schemeClr>
            </a:solidFill>
            <a:ln>
              <a:solidFill>
                <a:schemeClr val="bg2">
                  <a:lumMod val="90000"/>
                  <a:alpha val="47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5" name="Paralelogramo 34">
              <a:extLst>
                <a:ext uri="{FF2B5EF4-FFF2-40B4-BE49-F238E27FC236}">
                  <a16:creationId xmlns:a16="http://schemas.microsoft.com/office/drawing/2014/main" id="{F35987A1-7C48-FB5E-21BF-D9C89618D17C}"/>
                </a:ext>
              </a:extLst>
            </p:cNvPr>
            <p:cNvSpPr/>
            <p:nvPr/>
          </p:nvSpPr>
          <p:spPr>
            <a:xfrm>
              <a:off x="7585752" y="490272"/>
              <a:ext cx="430488" cy="46073"/>
            </a:xfrm>
            <a:prstGeom prst="parallelogram">
              <a:avLst/>
            </a:prstGeom>
            <a:solidFill>
              <a:schemeClr val="bg2">
                <a:lumMod val="90000"/>
                <a:alpha val="47000"/>
              </a:schemeClr>
            </a:solidFill>
            <a:ln>
              <a:solidFill>
                <a:schemeClr val="bg2">
                  <a:lumMod val="90000"/>
                  <a:alpha val="47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7" name="Paralelogramo 36">
              <a:extLst>
                <a:ext uri="{FF2B5EF4-FFF2-40B4-BE49-F238E27FC236}">
                  <a16:creationId xmlns:a16="http://schemas.microsoft.com/office/drawing/2014/main" id="{AE817789-077F-AF35-291A-3E383C73E65A}"/>
                </a:ext>
              </a:extLst>
            </p:cNvPr>
            <p:cNvSpPr/>
            <p:nvPr/>
          </p:nvSpPr>
          <p:spPr>
            <a:xfrm>
              <a:off x="8061960" y="490272"/>
              <a:ext cx="430488" cy="46073"/>
            </a:xfrm>
            <a:prstGeom prst="parallelogram">
              <a:avLst/>
            </a:prstGeom>
            <a:solidFill>
              <a:schemeClr val="bg2">
                <a:lumMod val="90000"/>
                <a:alpha val="47000"/>
              </a:schemeClr>
            </a:solidFill>
            <a:ln>
              <a:solidFill>
                <a:schemeClr val="bg2">
                  <a:lumMod val="90000"/>
                  <a:alpha val="47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  <p:grpSp>
        <p:nvGrpSpPr>
          <p:cNvPr id="44" name="Grupo 43">
            <a:extLst>
              <a:ext uri="{FF2B5EF4-FFF2-40B4-BE49-F238E27FC236}">
                <a16:creationId xmlns:a16="http://schemas.microsoft.com/office/drawing/2014/main" id="{4CEA3AF1-19BA-2601-F540-EC433C4AC0A8}"/>
              </a:ext>
            </a:extLst>
          </p:cNvPr>
          <p:cNvGrpSpPr/>
          <p:nvPr/>
        </p:nvGrpSpPr>
        <p:grpSpPr>
          <a:xfrm>
            <a:off x="2985199" y="211949"/>
            <a:ext cx="1616696" cy="339635"/>
            <a:chOff x="7585752" y="196710"/>
            <a:chExt cx="1616696" cy="339635"/>
          </a:xfrm>
          <a:scene3d>
            <a:camera prst="orthographicFront">
              <a:rot lat="0" lon="10800000" rev="0"/>
            </a:camera>
            <a:lightRig rig="threePt" dir="t"/>
          </a:scene3d>
        </p:grpSpPr>
        <p:sp>
          <p:nvSpPr>
            <p:cNvPr id="45" name="Paralelogramo 44">
              <a:extLst>
                <a:ext uri="{FF2B5EF4-FFF2-40B4-BE49-F238E27FC236}">
                  <a16:creationId xmlns:a16="http://schemas.microsoft.com/office/drawing/2014/main" id="{F3E04960-B222-1FB1-3415-F431981B8EDC}"/>
                </a:ext>
              </a:extLst>
            </p:cNvPr>
            <p:cNvSpPr/>
            <p:nvPr/>
          </p:nvSpPr>
          <p:spPr>
            <a:xfrm>
              <a:off x="7587008" y="196710"/>
              <a:ext cx="1615440" cy="122625"/>
            </a:xfrm>
            <a:prstGeom prst="parallelogram">
              <a:avLst/>
            </a:prstGeom>
            <a:solidFill>
              <a:schemeClr val="bg2">
                <a:lumMod val="90000"/>
                <a:alpha val="47000"/>
              </a:schemeClr>
            </a:solidFill>
            <a:ln>
              <a:solidFill>
                <a:schemeClr val="bg2">
                  <a:lumMod val="90000"/>
                  <a:alpha val="47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46" name="Paralelogramo 45">
              <a:extLst>
                <a:ext uri="{FF2B5EF4-FFF2-40B4-BE49-F238E27FC236}">
                  <a16:creationId xmlns:a16="http://schemas.microsoft.com/office/drawing/2014/main" id="{E759108F-346B-21D6-6B41-EA86170A5EB1}"/>
                </a:ext>
              </a:extLst>
            </p:cNvPr>
            <p:cNvSpPr/>
            <p:nvPr/>
          </p:nvSpPr>
          <p:spPr>
            <a:xfrm>
              <a:off x="7587008" y="381767"/>
              <a:ext cx="1496032" cy="46073"/>
            </a:xfrm>
            <a:prstGeom prst="parallelogram">
              <a:avLst/>
            </a:prstGeom>
            <a:solidFill>
              <a:schemeClr val="bg2">
                <a:lumMod val="90000"/>
                <a:alpha val="47000"/>
              </a:schemeClr>
            </a:solidFill>
            <a:ln>
              <a:solidFill>
                <a:schemeClr val="bg2">
                  <a:lumMod val="90000"/>
                  <a:alpha val="47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47" name="Paralelogramo 46">
              <a:extLst>
                <a:ext uri="{FF2B5EF4-FFF2-40B4-BE49-F238E27FC236}">
                  <a16:creationId xmlns:a16="http://schemas.microsoft.com/office/drawing/2014/main" id="{63252FCD-206A-5990-724D-9625E2312A2D}"/>
                </a:ext>
              </a:extLst>
            </p:cNvPr>
            <p:cNvSpPr/>
            <p:nvPr/>
          </p:nvSpPr>
          <p:spPr>
            <a:xfrm>
              <a:off x="7585752" y="490272"/>
              <a:ext cx="430488" cy="46073"/>
            </a:xfrm>
            <a:prstGeom prst="parallelogram">
              <a:avLst/>
            </a:prstGeom>
            <a:solidFill>
              <a:schemeClr val="bg2">
                <a:lumMod val="90000"/>
                <a:alpha val="47000"/>
              </a:schemeClr>
            </a:solidFill>
            <a:ln>
              <a:solidFill>
                <a:schemeClr val="bg2">
                  <a:lumMod val="90000"/>
                  <a:alpha val="47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48" name="Paralelogramo 47">
              <a:extLst>
                <a:ext uri="{FF2B5EF4-FFF2-40B4-BE49-F238E27FC236}">
                  <a16:creationId xmlns:a16="http://schemas.microsoft.com/office/drawing/2014/main" id="{6D56C274-563C-3CE8-F59D-EE018404A5E7}"/>
                </a:ext>
              </a:extLst>
            </p:cNvPr>
            <p:cNvSpPr/>
            <p:nvPr/>
          </p:nvSpPr>
          <p:spPr>
            <a:xfrm>
              <a:off x="8061960" y="490272"/>
              <a:ext cx="430488" cy="46073"/>
            </a:xfrm>
            <a:prstGeom prst="parallelogram">
              <a:avLst/>
            </a:prstGeom>
            <a:solidFill>
              <a:schemeClr val="bg2">
                <a:lumMod val="90000"/>
                <a:alpha val="47000"/>
              </a:schemeClr>
            </a:solidFill>
            <a:ln>
              <a:solidFill>
                <a:schemeClr val="bg2">
                  <a:lumMod val="90000"/>
                  <a:alpha val="47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  <p:pic>
        <p:nvPicPr>
          <p:cNvPr id="5" name="Imagen 4">
            <a:extLst>
              <a:ext uri="{FF2B5EF4-FFF2-40B4-BE49-F238E27FC236}">
                <a16:creationId xmlns:a16="http://schemas.microsoft.com/office/drawing/2014/main" id="{2376C418-0191-125F-8175-27E0185917B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17654" y="4715641"/>
            <a:ext cx="593837" cy="605635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0BEC563B-2E80-C9EC-7538-1D3EF0954D9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8092" y="870928"/>
            <a:ext cx="901450" cy="919479"/>
          </a:xfrm>
          <a:prstGeom prst="rect">
            <a:avLst/>
          </a:prstGeom>
        </p:spPr>
      </p:pic>
      <p:sp>
        <p:nvSpPr>
          <p:cNvPr id="14" name="CuadroTexto 13">
            <a:extLst>
              <a:ext uri="{FF2B5EF4-FFF2-40B4-BE49-F238E27FC236}">
                <a16:creationId xmlns:a16="http://schemas.microsoft.com/office/drawing/2014/main" id="{00CCA3FF-2D47-A2EF-3A72-7AAE893CD5B5}"/>
              </a:ext>
            </a:extLst>
          </p:cNvPr>
          <p:cNvSpPr txBox="1"/>
          <p:nvPr/>
        </p:nvSpPr>
        <p:spPr>
          <a:xfrm>
            <a:off x="1222653" y="775677"/>
            <a:ext cx="206178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2000" dirty="0">
                <a:solidFill>
                  <a:srgbClr val="FFE900"/>
                </a:solidFill>
                <a:latin typeface="Zx Gamut Medium" pitchFamily="50" charset="0"/>
              </a:rPr>
              <a:t>SUPER EARTH: 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CBD9D967-D48B-34AD-1328-A1C8D3FC36D9}"/>
              </a:ext>
            </a:extLst>
          </p:cNvPr>
          <p:cNvSpPr/>
          <p:nvPr/>
        </p:nvSpPr>
        <p:spPr>
          <a:xfrm>
            <a:off x="7117654" y="2084636"/>
            <a:ext cx="4370790" cy="504440"/>
          </a:xfrm>
          <a:prstGeom prst="rect">
            <a:avLst/>
          </a:prstGeom>
          <a:pattFill prst="wdUpDiag">
            <a:fgClr>
              <a:schemeClr val="bg2">
                <a:lumMod val="25000"/>
              </a:schemeClr>
            </a:fgClr>
            <a:bgClr>
              <a:srgbClr val="0167B2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b="1" dirty="0">
                <a:latin typeface="Zx Gamut Medium" pitchFamily="50" charset="0"/>
              </a:rPr>
              <a:t>C O N </a:t>
            </a:r>
            <a:r>
              <a:rPr lang="es-MX" b="1" dirty="0" err="1">
                <a:latin typeface="Zx Gamut Medium" pitchFamily="50" charset="0"/>
              </a:rPr>
              <a:t>N</a:t>
            </a:r>
            <a:r>
              <a:rPr lang="es-MX" b="1" dirty="0">
                <a:latin typeface="Zx Gamut Medium" pitchFamily="50" charset="0"/>
              </a:rPr>
              <a:t> E C T I O N   L E V E L:</a:t>
            </a:r>
          </a:p>
        </p:txBody>
      </p:sp>
      <p:pic>
        <p:nvPicPr>
          <p:cNvPr id="20" name="Imagen 19">
            <a:extLst>
              <a:ext uri="{FF2B5EF4-FFF2-40B4-BE49-F238E27FC236}">
                <a16:creationId xmlns:a16="http://schemas.microsoft.com/office/drawing/2014/main" id="{05EC121C-455E-0D5A-3302-21664F2DCA4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68049" y="987027"/>
            <a:ext cx="733048" cy="742757"/>
          </a:xfrm>
          <a:prstGeom prst="rect">
            <a:avLst/>
          </a:prstGeom>
        </p:spPr>
      </p:pic>
      <p:pic>
        <p:nvPicPr>
          <p:cNvPr id="25" name="Imagen 24">
            <a:extLst>
              <a:ext uri="{FF2B5EF4-FFF2-40B4-BE49-F238E27FC236}">
                <a16:creationId xmlns:a16="http://schemas.microsoft.com/office/drawing/2014/main" id="{81D3BE8C-AADD-CFC7-B809-8739F88C8D7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83040" y="985796"/>
            <a:ext cx="737932" cy="742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856649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1090</TotalTime>
  <Words>37</Words>
  <Application>Microsoft Office PowerPoint</Application>
  <PresentationFormat>Panorámica</PresentationFormat>
  <Paragraphs>7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Zx Gamut Medium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 Cortés</dc:creator>
  <cp:lastModifiedBy>Daniel Cortés</cp:lastModifiedBy>
  <cp:revision>5</cp:revision>
  <dcterms:created xsi:type="dcterms:W3CDTF">2026-08-04T04:22:34Z</dcterms:created>
  <dcterms:modified xsi:type="dcterms:W3CDTF">2026-08-26T22:16:32Z</dcterms:modified>
</cp:coreProperties>
</file>